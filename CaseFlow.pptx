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E3562B"/>
    <a:srgbClr val="1D363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ritha chinta" userId="a9171f2606fd5d13" providerId="LiveId" clId="{207F204C-A560-470C-A6A2-19EADD624EC3}"/>
    <pc:docChg chg="custSel modSld">
      <pc:chgData name="asritha chinta" userId="a9171f2606fd5d13" providerId="LiveId" clId="{207F204C-A560-470C-A6A2-19EADD624EC3}" dt="2026-05-07T09:13:07.094" v="63" actId="20577"/>
      <pc:docMkLst>
        <pc:docMk/>
      </pc:docMkLst>
      <pc:sldChg chg="modSp mod">
        <pc:chgData name="asritha chinta" userId="a9171f2606fd5d13" providerId="LiveId" clId="{207F204C-A560-470C-A6A2-19EADD624EC3}" dt="2026-05-07T09:13:07.094" v="63" actId="20577"/>
        <pc:sldMkLst>
          <pc:docMk/>
          <pc:sldMk cId="0" sldId="256"/>
        </pc:sldMkLst>
        <pc:spChg chg="mod">
          <ac:chgData name="asritha chinta" userId="a9171f2606fd5d13" providerId="LiveId" clId="{207F204C-A560-470C-A6A2-19EADD624EC3}" dt="2026-05-07T09:13:07.094" v="63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asritha chinta" userId="a9171f2606fd5d13" providerId="LiveId" clId="{207F204C-A560-470C-A6A2-19EADD624EC3}" dt="2026-05-07T09:11:28.986" v="48" actId="207"/>
        <pc:sldMkLst>
          <pc:docMk/>
          <pc:sldMk cId="0" sldId="258"/>
        </pc:sldMkLst>
        <pc:spChg chg="mod">
          <ac:chgData name="asritha chinta" userId="a9171f2606fd5d13" providerId="LiveId" clId="{207F204C-A560-470C-A6A2-19EADD624EC3}" dt="2026-05-07T09:11:28.986" v="48" actId="207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asritha chinta" userId="a9171f2606fd5d13" providerId="LiveId" clId="{207F204C-A560-470C-A6A2-19EADD624EC3}" dt="2026-05-06T15:31:55.377" v="8" actId="1076"/>
          <ac:picMkLst>
            <pc:docMk/>
            <pc:sldMk cId="0" sldId="258"/>
            <ac:picMk id="5" creationId="{80B0DD17-7E43-1C89-F44F-CEE1FB6228EF}"/>
          </ac:picMkLst>
        </pc:picChg>
      </pc:sldChg>
      <pc:sldChg chg="modSp mod">
        <pc:chgData name="asritha chinta" userId="a9171f2606fd5d13" providerId="LiveId" clId="{207F204C-A560-470C-A6A2-19EADD624EC3}" dt="2026-05-07T09:12:19.115" v="52" actId="1076"/>
        <pc:sldMkLst>
          <pc:docMk/>
          <pc:sldMk cId="0" sldId="259"/>
        </pc:sldMkLst>
        <pc:spChg chg="mod">
          <ac:chgData name="asritha chinta" userId="a9171f2606fd5d13" providerId="LiveId" clId="{207F204C-A560-470C-A6A2-19EADD624EC3}" dt="2026-05-07T09:12:19.115" v="52" actId="1076"/>
          <ac:spMkLst>
            <pc:docMk/>
            <pc:sldMk cId="0" sldId="259"/>
            <ac:spMk id="3" creationId="{00000000-0000-0000-0000-000000000000}"/>
          </ac:spMkLst>
        </pc:spChg>
        <pc:picChg chg="mod">
          <ac:chgData name="asritha chinta" userId="a9171f2606fd5d13" providerId="LiveId" clId="{207F204C-A560-470C-A6A2-19EADD624EC3}" dt="2026-05-07T09:12:12.550" v="51" actId="1076"/>
          <ac:picMkLst>
            <pc:docMk/>
            <pc:sldMk cId="0" sldId="259"/>
            <ac:picMk id="12" creationId="{781B4F5B-6085-514A-57D7-4E80BE66F6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1454"/>
            <a:ext cx="8229600" cy="1143000"/>
          </a:xfrm>
        </p:spPr>
        <p:txBody>
          <a:bodyPr/>
          <a:lstStyle/>
          <a:p>
            <a:r>
              <a:rPr sz="4000" b="1" dirty="0">
                <a:solidFill>
                  <a:srgbClr val="E3562B"/>
                </a:solidFill>
                <a:latin typeface="Poppins"/>
              </a:rPr>
              <a:t>Auto Assign and Escalate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/>
              </a:rPr>
              <a:t>                   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Poppins"/>
              </a:rPr>
              <a:t>                        </a:t>
            </a:r>
            <a:r>
              <a:rPr lang="en-US" sz="2800" b="1" dirty="0">
                <a:solidFill>
                  <a:srgbClr val="1D3639"/>
                </a:solidFill>
                <a:latin typeface="Poppins"/>
              </a:rPr>
              <a:t>Team</a:t>
            </a:r>
            <a:r>
              <a:rPr lang="en-US" sz="2400" b="1" dirty="0">
                <a:solidFill>
                  <a:srgbClr val="1D3639"/>
                </a:solidFill>
                <a:latin typeface="Poppins"/>
              </a:rPr>
              <a:t>: </a:t>
            </a:r>
            <a:r>
              <a:rPr lang="en-US" sz="2200" dirty="0">
                <a:solidFill>
                  <a:srgbClr val="808080"/>
                </a:solidFill>
                <a:latin typeface="Poppins"/>
              </a:rPr>
              <a:t>ESCALATION ENGINEERS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/>
              </a:rPr>
              <a:t>                    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D3639"/>
                </a:solidFill>
                <a:latin typeface="Poppins"/>
              </a:rPr>
              <a:t>         </a:t>
            </a:r>
            <a:r>
              <a:rPr lang="en-US" sz="2800" b="1" dirty="0">
                <a:solidFill>
                  <a:srgbClr val="1D3639"/>
                </a:solidFill>
                <a:latin typeface="Poppins"/>
              </a:rPr>
              <a:t>Team Members:  </a:t>
            </a:r>
            <a:r>
              <a:rPr lang="en-US" sz="2200" dirty="0">
                <a:solidFill>
                  <a:srgbClr val="7F7F7F"/>
                </a:solidFill>
                <a:latin typeface="Poppins"/>
              </a:rPr>
              <a:t>YERRASMSETTI SAI TEJA</a:t>
            </a:r>
            <a:r>
              <a:rPr lang="en-US" sz="2800" b="1" dirty="0">
                <a:solidFill>
                  <a:srgbClr val="7F7F7F"/>
                </a:solidFill>
                <a:latin typeface="Poppins"/>
              </a:rPr>
              <a:t> </a:t>
            </a:r>
          </a:p>
          <a:p>
            <a:pPr marL="0" indent="0">
              <a:buNone/>
            </a:pPr>
            <a:r>
              <a:rPr lang="en-US" sz="2800" b="0" dirty="0">
                <a:solidFill>
                  <a:srgbClr val="7F7F7F"/>
                </a:solidFill>
                <a:latin typeface="Poppins"/>
              </a:rPr>
              <a:t>                                       </a:t>
            </a:r>
            <a:r>
              <a:rPr lang="en-US" sz="2200" b="0" dirty="0">
                <a:solidFill>
                  <a:srgbClr val="7F7F7F"/>
                </a:solidFill>
                <a:latin typeface="Poppins"/>
              </a:rPr>
              <a:t>PINNINTI DIVYA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7F7F7F"/>
                </a:solidFill>
                <a:latin typeface="Poppins"/>
              </a:rPr>
              <a:t>                                                  CHINTA ASRITHA</a:t>
            </a:r>
          </a:p>
          <a:p>
            <a:pPr marL="0" indent="0">
              <a:buNone/>
            </a:pPr>
            <a:r>
              <a:rPr lang="en-US" sz="2200" b="0" dirty="0">
                <a:solidFill>
                  <a:srgbClr val="7F7F7F"/>
                </a:solidFill>
                <a:latin typeface="Poppins"/>
              </a:rPr>
              <a:t>                                                  KANTIPUDI VARSHITHA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7F7F7F"/>
                </a:solidFill>
                <a:latin typeface="Poppins"/>
              </a:rPr>
              <a:t>                                                  YALLA VINAY</a:t>
            </a:r>
          </a:p>
          <a:p>
            <a:pPr marL="0" indent="0">
              <a:buNone/>
            </a:pPr>
            <a:r>
              <a:rPr lang="en-US" sz="2200" b="0" dirty="0">
                <a:solidFill>
                  <a:srgbClr val="7F7F7F"/>
                </a:solidFill>
                <a:latin typeface="Poppins"/>
              </a:rPr>
              <a:t>                                                  MA</a:t>
            </a:r>
            <a:r>
              <a:rPr lang="en-US" sz="2200" dirty="0">
                <a:solidFill>
                  <a:srgbClr val="7F7F7F"/>
                </a:solidFill>
                <a:latin typeface="Poppins"/>
              </a:rPr>
              <a:t>NDALA RAGHU</a:t>
            </a:r>
            <a:endParaRPr lang="en-US" sz="2200" b="0" dirty="0">
              <a:solidFill>
                <a:srgbClr val="7F7F7F"/>
              </a:solidFill>
              <a:latin typeface="Poppins"/>
            </a:endParaRPr>
          </a:p>
          <a:p>
            <a:pPr marL="0" indent="0">
              <a:buNone/>
            </a:pPr>
            <a:endParaRPr lang="en-US" sz="2800" b="0" dirty="0">
              <a:solidFill>
                <a:srgbClr val="1D3639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1D3639"/>
                </a:solidFill>
                <a:latin typeface="Poppins"/>
              </a:rPr>
              <a:t>The Challenge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62" y="1315994"/>
            <a:ext cx="8229600" cy="4525963"/>
          </a:xfrm>
        </p:spPr>
        <p:txBody>
          <a:bodyPr>
            <a:normAutofit/>
          </a:bodyPr>
          <a:lstStyle/>
          <a:p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lang="en-IN" sz="220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High volume support requests from multiple channels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Manual assignment delays &amp; missed SLAs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Critical cases overlooked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ServiceNow automated workflow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Faster resolution &amp; consistent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D3639"/>
                </a:solidFill>
                <a:latin typeface="Poppins"/>
              </a:rPr>
              <a:t>Core</a:t>
            </a:r>
            <a:r>
              <a:rPr sz="4000" b="1" dirty="0">
                <a:solidFill>
                  <a:srgbClr val="1D3639"/>
                </a:solidFill>
                <a:latin typeface="Poppins"/>
              </a:rPr>
              <a:t>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200" b="0" dirty="0">
                <a:solidFill>
                  <a:srgbClr val="7F7F7F"/>
                </a:solidFill>
                <a:latin typeface="Poppins"/>
              </a:rPr>
              <a:t>Multi-channel integration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Auto categorization engine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Agent skills &amp; workload </a:t>
            </a:r>
            <a:r>
              <a:rPr lang="en-IN" sz="2200" b="0" dirty="0">
                <a:solidFill>
                  <a:srgbClr val="7F7F7F"/>
                </a:solidFill>
                <a:latin typeface="Poppins"/>
              </a:rPr>
              <a:t>                                             </a:t>
            </a:r>
            <a:r>
              <a:rPr sz="2200" b="0" dirty="0">
                <a:solidFill>
                  <a:srgbClr val="7F7F7F"/>
                </a:solidFill>
                <a:latin typeface="Poppins"/>
              </a:rPr>
              <a:t>tracking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Smart auto-assignment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Escalation rules engine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SLA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0DD17-7E43-1C89-F44F-CEE1FB62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43" y="1616529"/>
            <a:ext cx="413112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solidFill>
                  <a:srgbClr val="1D3639"/>
                </a:solidFill>
                <a:latin typeface="Poppins"/>
              </a:rPr>
              <a:t>How</a:t>
            </a:r>
            <a:r>
              <a:rPr sz="4000" b="1" dirty="0">
                <a:solidFill>
                  <a:srgbClr val="1D3639"/>
                </a:solidFill>
                <a:latin typeface="Poppins"/>
              </a:rPr>
              <a:t> </a:t>
            </a:r>
            <a:r>
              <a:rPr sz="3600" b="1" dirty="0">
                <a:solidFill>
                  <a:srgbClr val="1D3639"/>
                </a:solidFill>
                <a:latin typeface="Poppins"/>
              </a:rPr>
              <a:t>It</a:t>
            </a:r>
            <a:r>
              <a:rPr sz="4000" b="1" dirty="0">
                <a:solidFill>
                  <a:srgbClr val="1D3639"/>
                </a:solidFill>
                <a:latin typeface="Poppins"/>
              </a:rPr>
              <a:t>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4381"/>
            <a:ext cx="8229600" cy="4525963"/>
          </a:xfrm>
        </p:spPr>
        <p:txBody>
          <a:bodyPr>
            <a:normAutofit/>
          </a:bodyPr>
          <a:lstStyle/>
          <a:p>
            <a:r>
              <a:rPr sz="2200" b="0" dirty="0">
                <a:solidFill>
                  <a:srgbClr val="7F7F7F"/>
                </a:solidFill>
                <a:latin typeface="Poppins"/>
              </a:rPr>
              <a:t>Case received → categorized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Match skills &amp; workload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Auto assign &amp; start SLA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Monitor via dashboard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Escalate when needed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1B4F5B-6085-514A-57D7-4E80BE66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074" y="1151833"/>
            <a:ext cx="3199743" cy="5585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1D3639"/>
                </a:solidFill>
                <a:latin typeface="Poppins"/>
              </a:rPr>
              <a:t>Team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9119"/>
            <a:ext cx="8229600" cy="4525963"/>
          </a:xfrm>
        </p:spPr>
        <p:txBody>
          <a:bodyPr>
            <a:normAutofit/>
          </a:bodyPr>
          <a:lstStyle/>
          <a:p>
            <a:r>
              <a:rPr sz="2200" b="0" dirty="0">
                <a:solidFill>
                  <a:srgbClr val="7F7F7F"/>
                </a:solidFill>
                <a:latin typeface="Poppins"/>
              </a:rPr>
              <a:t>Escalation Engineers overview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Built automation workflow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Learned SLA &amp; escalation logic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r>
              <a:rPr sz="2200" b="0" dirty="0">
                <a:solidFill>
                  <a:srgbClr val="7F7F7F"/>
                </a:solidFill>
                <a:latin typeface="Poppins"/>
              </a:rPr>
              <a:t>Hands-on ServiceNow</a:t>
            </a:r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lang="en-IN" sz="2200" b="0" dirty="0">
              <a:solidFill>
                <a:srgbClr val="7F7F7F"/>
              </a:solidFill>
              <a:latin typeface="Poppins"/>
            </a:endParaRPr>
          </a:p>
          <a:p>
            <a:endParaRPr sz="2200" b="0" dirty="0">
              <a:solidFill>
                <a:srgbClr val="7F7F7F"/>
              </a:solidFill>
              <a:latin typeface="Poppins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/>
              </a:rPr>
              <a:t>                                             </a:t>
            </a:r>
            <a:r>
              <a:rPr sz="2800" b="1" dirty="0">
                <a:solidFill>
                  <a:srgbClr val="1D36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123</Words>
  <Application>Microsoft Office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Poppins</vt:lpstr>
      <vt:lpstr>Office Theme</vt:lpstr>
      <vt:lpstr>Auto Assign and Escalate</vt:lpstr>
      <vt:lpstr>The Challenge &amp; Our Solution</vt:lpstr>
      <vt:lpstr>Core System Features</vt:lpstr>
      <vt:lpstr>How It Works</vt:lpstr>
      <vt:lpstr>Team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asritha chinta</dc:creator>
  <cp:keywords/>
  <dc:description>generated using python-pptx</dc:description>
  <cp:lastModifiedBy>asritha chinta</cp:lastModifiedBy>
  <cp:revision>2</cp:revision>
  <dcterms:created xsi:type="dcterms:W3CDTF">2013-01-27T09:14:16Z</dcterms:created>
  <dcterms:modified xsi:type="dcterms:W3CDTF">2026-05-07T09:13:14Z</dcterms:modified>
  <cp:category/>
</cp:coreProperties>
</file>